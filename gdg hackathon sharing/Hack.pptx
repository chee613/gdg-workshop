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User-provided briefing.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User-provided briefing.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User-provided briefing.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">
            <a:extLst>
              <a:ext uri="{FF2B5EF4-FFF2-40B4-BE49-F238E27FC236}">
                <a16:creationId xmlns:a16="http://schemas.microsoft.com/office/drawing/2014/main" id="{005DEB28-8C83-429A-8DE8-B46E2F0C7164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6B6862"/>
                </a:solidFill>
              </a:defRPr>
            </a:pPr>
            <a:r>
              <a:rPr sz="900" b="1">
                <a:solidFill>
                  <a:srgbClr val="6B6862"/>
                </a:solidFill>
              </a:rPr>
              <a:t>HACKATHON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DE1A5794-72D1-4D0B-B74E-0E64E3AD96CA}"/>
              </a:ext>
            </a:extLst>
          </p:cNvPr>
          <p:cNvSpPr>
            <a:spLocks noGrp="1"/>
          </p:cNvSpPr>
          <p:nvPr/>
        </p:nvSpPr>
        <p:spPr>
          <a:xfrm>
            <a:off x="11001375" y="2667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6B6862"/>
                </a:solidFill>
              </a:defRPr>
            </a:pPr>
            <a:r>
              <a:rPr sz="900" b="1">
                <a:solidFill>
                  <a:srgbClr val="6B6862"/>
                </a:solidFill>
              </a:rPr>
              <a:t>02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E51AA7BD-78C3-44A1-9282-0DC129241B42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19050"/>
          </a:xfrm>
          <a:prstGeom prst="rect">
            <a:avLst/>
          </a:prstGeom>
          <a:solidFill>
            <a:srgbClr val="BDB8AE"/>
          </a:solidFill>
          <a:ln w="0">
            <a:noFill/>
            <a:prstDash val="solid"/>
          </a:ln>
        </p:spPr>
      </p:sp>
      <p:sp>
        <p:nvSpPr>
          <p:cNvPr id="4" name="kicker">
            <a:extLst>
              <a:ext uri="{FF2B5EF4-FFF2-40B4-BE49-F238E27FC236}">
                <a16:creationId xmlns:a16="http://schemas.microsoft.com/office/drawing/2014/main" id="{A16861E5-AE2E-4539-A981-834CB77BA56C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C7372F"/>
                </a:solidFill>
              </a:defRPr>
            </a:pPr>
            <a:r>
              <a:rPr sz="975" b="1">
                <a:solidFill>
                  <a:srgbClr val="C7372F"/>
                </a:solidFill>
              </a:rPr>
              <a:t>01 / HACKATHON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5543ACDB-D77C-4033-85F8-7F8CA670A758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6667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5700" b="1">
                <a:solidFill>
                  <a:srgbClr val="171717"/>
                </a:solidFill>
              </a:defRPr>
            </a:pPr>
            <a:r>
              <a:rPr sz="5700" b="1" dirty="0">
                <a:solidFill>
                  <a:srgbClr val="171717"/>
                </a:solidFill>
              </a:rPr>
              <a:t>9× WINNER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6E046EC9-E691-463D-96A7-1B42F2D127BD}"/>
              </a:ext>
            </a:extLst>
          </p:cNvPr>
          <p:cNvSpPr>
            <a:spLocks noGrp="1"/>
          </p:cNvSpPr>
          <p:nvPr/>
        </p:nvSpPr>
        <p:spPr>
          <a:xfrm>
            <a:off x="742950" y="285750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C7372F"/>
                </a:solidFill>
              </a:defRPr>
            </a:pPr>
            <a:r>
              <a:rPr lang="en-US" altLang="zh-CN" sz="2250" b="1" dirty="0">
                <a:solidFill>
                  <a:srgbClr val="C7372F"/>
                </a:solidFill>
              </a:rPr>
              <a:t>JOINED 11</a:t>
            </a:r>
            <a:r>
              <a:rPr sz="2250" b="1" dirty="0">
                <a:solidFill>
                  <a:srgbClr val="C7372F"/>
                </a:solidFill>
              </a:rPr>
              <a:t> HACKATHONS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46DB95D-205C-4D1E-EEB6-8E6A3AF29A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99" y="3352800"/>
            <a:ext cx="2426418" cy="32352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ECE471A-E1CD-2BA2-3F13-DDDFAFA3D1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3397" y="3722763"/>
            <a:ext cx="3764899" cy="28236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B6ACA31-A5E6-C09A-153B-412639FE3A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3398" y="813877"/>
            <a:ext cx="3764900" cy="28236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40F2538-1F05-2173-6AFE-BC5E0B096A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352800"/>
            <a:ext cx="2426418" cy="32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118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">
            <a:extLst>
              <a:ext uri="{FF2B5EF4-FFF2-40B4-BE49-F238E27FC236}">
                <a16:creationId xmlns:a16="http://schemas.microsoft.com/office/drawing/2014/main" id="{198C2FC8-C7BD-4D02-B219-EC5CF438C4EC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6B6862"/>
                </a:solidFill>
              </a:defRPr>
            </a:pPr>
            <a:r>
              <a:rPr sz="900" b="1">
                <a:solidFill>
                  <a:srgbClr val="6B6862"/>
                </a:solidFill>
              </a:rPr>
              <a:t>HACKATHON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00BD288D-C8BC-42E3-9F30-08A08236BEB8}"/>
              </a:ext>
            </a:extLst>
          </p:cNvPr>
          <p:cNvSpPr>
            <a:spLocks noGrp="1"/>
          </p:cNvSpPr>
          <p:nvPr/>
        </p:nvSpPr>
        <p:spPr>
          <a:xfrm>
            <a:off x="11001375" y="2667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6B6862"/>
                </a:solidFill>
              </a:defRPr>
            </a:pPr>
            <a:r>
              <a:rPr sz="900" b="1">
                <a:solidFill>
                  <a:srgbClr val="6B6862"/>
                </a:solidFill>
              </a:rPr>
              <a:t>04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C2EE2273-CA72-4917-9CF4-509095A77FE8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19050"/>
          </a:xfrm>
          <a:prstGeom prst="rect">
            <a:avLst/>
          </a:prstGeom>
          <a:solidFill>
            <a:srgbClr val="BDB8AE"/>
          </a:solidFill>
          <a:ln w="0">
            <a:noFill/>
            <a:prstDash val="solid"/>
          </a:ln>
        </p:spPr>
      </p:sp>
      <p:sp>
        <p:nvSpPr>
          <p:cNvPr id="4" name="kicker">
            <a:extLst>
              <a:ext uri="{FF2B5EF4-FFF2-40B4-BE49-F238E27FC236}">
                <a16:creationId xmlns:a16="http://schemas.microsoft.com/office/drawing/2014/main" id="{67330B67-AF55-41CF-B53A-050E12946947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C7372F"/>
                </a:solidFill>
              </a:defRPr>
            </a:pPr>
            <a:r>
              <a:rPr sz="975" b="1">
                <a:solidFill>
                  <a:srgbClr val="C7372F"/>
                </a:solidFill>
              </a:rPr>
              <a:t>RULES OF THUMB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A91754C2-106C-4CA9-B253-FF04DFEA487B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6667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5700" b="1">
                <a:solidFill>
                  <a:srgbClr val="171717"/>
                </a:solidFill>
              </a:defRPr>
            </a:pPr>
            <a:r>
              <a:rPr sz="5700" b="1">
                <a:solidFill>
                  <a:srgbClr val="171717"/>
                </a:solidFill>
              </a:rPr>
              <a:t>SIMPLE WINS.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D0994BFF-6D53-4819-B36B-E38531DE6D73}"/>
              </a:ext>
            </a:extLst>
          </p:cNvPr>
          <p:cNvSpPr>
            <a:spLocks noGrp="1"/>
          </p:cNvSpPr>
          <p:nvPr/>
        </p:nvSpPr>
        <p:spPr>
          <a:xfrm>
            <a:off x="742950" y="2857500"/>
            <a:ext cx="8858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171717"/>
                </a:solidFill>
              </a:defRPr>
            </a:pPr>
            <a:r>
              <a:rPr sz="2025" b="1">
                <a:solidFill>
                  <a:srgbClr val="171717"/>
                </a:solidFill>
              </a:rPr>
              <a:t>SIMPLE APP  &gt;  CLUTTERED DASHBOARD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855FF2D5-F8E1-4F0F-B893-6BB964AA2AD5}"/>
              </a:ext>
            </a:extLst>
          </p:cNvPr>
          <p:cNvSpPr>
            <a:spLocks noGrp="1"/>
          </p:cNvSpPr>
          <p:nvPr/>
        </p:nvSpPr>
        <p:spPr>
          <a:xfrm>
            <a:off x="742950" y="3638550"/>
            <a:ext cx="6191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171717"/>
                </a:solidFill>
              </a:defRPr>
            </a:pPr>
            <a:r>
              <a:rPr lang="en-MY" sz="2025" b="1" dirty="0">
                <a:solidFill>
                  <a:srgbClr val="171717"/>
                </a:solidFill>
              </a:rPr>
              <a:t>NEVER BUILD A </a:t>
            </a:r>
            <a:r>
              <a:rPr sz="2025" b="1" dirty="0">
                <a:solidFill>
                  <a:srgbClr val="171717"/>
                </a:solidFill>
              </a:rPr>
              <a:t>CHATBOT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BBEA1468-739E-4708-8128-7987AF010577}"/>
              </a:ext>
            </a:extLst>
          </p:cNvPr>
          <p:cNvSpPr>
            <a:spLocks noGrp="1"/>
          </p:cNvSpPr>
          <p:nvPr/>
        </p:nvSpPr>
        <p:spPr>
          <a:xfrm>
            <a:off x="742950" y="4419600"/>
            <a:ext cx="7620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171717"/>
                </a:solidFill>
              </a:defRPr>
            </a:pPr>
            <a:r>
              <a:rPr sz="2025" b="1" dirty="0">
                <a:solidFill>
                  <a:srgbClr val="171717"/>
                </a:solidFill>
              </a:rPr>
              <a:t>MACHINE LEARNING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04BC941-CCE7-408B-831C-4357AE6EC3BB}"/>
              </a:ext>
            </a:extLst>
          </p:cNvPr>
          <p:cNvSpPr>
            <a:spLocks noGrp="1"/>
          </p:cNvSpPr>
          <p:nvPr/>
        </p:nvSpPr>
        <p:spPr>
          <a:xfrm>
            <a:off x="7353300" y="5090652"/>
            <a:ext cx="3771900" cy="7957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3000" b="1">
                <a:solidFill>
                  <a:srgbClr val="C7372F"/>
                </a:solidFill>
              </a:defRPr>
            </a:pPr>
            <a:r>
              <a:rPr lang="en-MY" sz="4000" b="1" dirty="0">
                <a:solidFill>
                  <a:srgbClr val="C7372F"/>
                </a:solidFill>
              </a:rPr>
              <a:t>AI + IoT = AIOT</a:t>
            </a:r>
            <a:endParaRPr sz="4000" b="1" dirty="0">
              <a:solidFill>
                <a:srgbClr val="C7372F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D455956-B461-D1EA-93A0-B101DA0B54D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53" b="3253"/>
          <a:stretch>
            <a:fillRect/>
          </a:stretch>
        </p:blipFill>
        <p:spPr>
          <a:xfrm>
            <a:off x="8864445" y="965768"/>
            <a:ext cx="2683665" cy="35782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6B498AD-CFDB-A455-0C70-1054A69431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0781" y="971550"/>
            <a:ext cx="2683665" cy="357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98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ection">
            <a:extLst>
              <a:ext uri="{FF2B5EF4-FFF2-40B4-BE49-F238E27FC236}">
                <a16:creationId xmlns:a16="http://schemas.microsoft.com/office/drawing/2014/main" id="{47C93CCB-56AD-4117-BB56-631B9BBAA339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6B6862"/>
                </a:solidFill>
              </a:defRPr>
            </a:pPr>
            <a:r>
              <a:rPr sz="900" b="1">
                <a:solidFill>
                  <a:srgbClr val="6B6862"/>
                </a:solidFill>
              </a:rPr>
              <a:t>HACKATHON</a:t>
            </a:r>
          </a:p>
        </p:txBody>
      </p:sp>
      <p:sp>
        <p:nvSpPr>
          <p:cNvPr id="2" name="page">
            <a:extLst>
              <a:ext uri="{FF2B5EF4-FFF2-40B4-BE49-F238E27FC236}">
                <a16:creationId xmlns:a16="http://schemas.microsoft.com/office/drawing/2014/main" id="{E86D5440-962E-4993-8F3D-C6FDF4650400}"/>
              </a:ext>
            </a:extLst>
          </p:cNvPr>
          <p:cNvSpPr>
            <a:spLocks noGrp="1"/>
          </p:cNvSpPr>
          <p:nvPr/>
        </p:nvSpPr>
        <p:spPr>
          <a:xfrm>
            <a:off x="11001375" y="2667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6B6862"/>
                </a:solidFill>
              </a:defRPr>
            </a:pPr>
            <a:r>
              <a:rPr sz="900" b="1">
                <a:solidFill>
                  <a:srgbClr val="6B6862"/>
                </a:solidFill>
              </a:rPr>
              <a:t>05</a:t>
            </a:r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32E17756-9850-4C16-B5C9-0D89841D871F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19050"/>
          </a:xfrm>
          <a:prstGeom prst="rect">
            <a:avLst/>
          </a:prstGeom>
          <a:solidFill>
            <a:srgbClr val="BDB8AE"/>
          </a:solidFill>
          <a:ln w="0">
            <a:noFill/>
            <a:prstDash val="solid"/>
          </a:ln>
        </p:spPr>
      </p:sp>
      <p:sp>
        <p:nvSpPr>
          <p:cNvPr id="4" name="kicker">
            <a:extLst>
              <a:ext uri="{FF2B5EF4-FFF2-40B4-BE49-F238E27FC236}">
                <a16:creationId xmlns:a16="http://schemas.microsoft.com/office/drawing/2014/main" id="{303DA6A3-9AD0-4880-B626-52F4FAD4EA40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C7372F"/>
                </a:solidFill>
              </a:defRPr>
            </a:pPr>
            <a:r>
              <a:rPr sz="975" b="1">
                <a:solidFill>
                  <a:srgbClr val="C7372F"/>
                </a:solidFill>
              </a:rPr>
              <a:t>BUILD SOMETHING REAL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5A9CEB08-F1F8-4764-B01B-FE0E1F9CEB4D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8382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650" b="1">
                <a:solidFill>
                  <a:srgbClr val="171717"/>
                </a:solidFill>
              </a:defRPr>
            </a:pPr>
            <a:r>
              <a:rPr sz="4650" b="1">
                <a:solidFill>
                  <a:srgbClr val="171717"/>
                </a:solidFill>
              </a:rPr>
              <a:t>让 IDEA 动起来。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505AB8-B0A1-D9DC-7441-ABB0BB6E4E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2470" y="1378912"/>
            <a:ext cx="3366366" cy="448848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5147D90-47CB-B772-E39C-4044C1B9E1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" y="2924265"/>
            <a:ext cx="3923452" cy="294313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93572FC-78C2-F6AB-65E7-7C95A2FB8C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8291" y="2924265"/>
            <a:ext cx="3924179" cy="294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78046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62</Words>
  <Application>Microsoft Office PowerPoint</Application>
  <DocSecurity>0</DocSecurity>
  <PresentationFormat>Widescreen</PresentationFormat>
  <Paragraphs>23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Calibri</vt:lpstr>
      <vt:lpstr>ChatGPT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Lim Hong Zhang</cp:lastModifiedBy>
  <cp:revision>3</cp:revision>
  <dcterms:created xsi:type="dcterms:W3CDTF">2026-09-18T11:08:25Z</dcterms:created>
  <dcterms:modified xsi:type="dcterms:W3CDTF">2026-10-13T05:13:01Z</dcterms:modified>
</cp:coreProperties>
</file>